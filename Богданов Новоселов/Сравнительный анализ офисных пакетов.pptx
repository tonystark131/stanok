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22" autoAdjust="0"/>
  </p:normalViewPr>
  <p:slideViewPr>
    <p:cSldViewPr>
      <p:cViewPr>
        <p:scale>
          <a:sx n="125" d="100"/>
          <a:sy n="125" d="100"/>
        </p:scale>
        <p:origin x="-1272" y="-4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2686050"/>
            <a:ext cx="3962400" cy="16002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085850"/>
            <a:ext cx="3962400" cy="1600200"/>
          </a:xfrm>
        </p:spPr>
        <p:txBody>
          <a:bodyPr anchor="b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9" y="4819651"/>
            <a:ext cx="2819399" cy="95249"/>
          </a:xfrm>
        </p:spPr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4800600"/>
            <a:ext cx="457200" cy="114300"/>
          </a:xfrm>
        </p:spPr>
        <p:txBody>
          <a:bodyPr/>
          <a:lstStyle>
            <a:lvl1pPr algn="r">
              <a:defRPr/>
            </a:lvl1pPr>
          </a:lstStyle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1" y="4722186"/>
            <a:ext cx="2820987" cy="1143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1"/>
            <a:ext cx="3657600" cy="428624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51435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9" y="4819651"/>
            <a:ext cx="2819399" cy="95249"/>
          </a:xfrm>
        </p:spPr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4800600"/>
            <a:ext cx="533400" cy="114300"/>
          </a:xfrm>
        </p:spPr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1" y="4722186"/>
            <a:ext cx="2820987" cy="11430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371600"/>
            <a:ext cx="3200400" cy="1314450"/>
          </a:xfrm>
        </p:spPr>
        <p:txBody>
          <a:bodyPr anchor="b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2683668"/>
            <a:ext cx="3200645" cy="1094825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571750"/>
            <a:ext cx="3124200" cy="200025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42900"/>
            <a:ext cx="3124200" cy="200025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342901"/>
            <a:ext cx="2819400" cy="428624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428"/>
            <a:ext cx="3581400" cy="30837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506466"/>
            <a:ext cx="3581400" cy="1893834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2571750"/>
            <a:ext cx="3581400" cy="30837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2880121"/>
            <a:ext cx="3581400" cy="1886399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342901"/>
            <a:ext cx="2819400" cy="428624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342900"/>
            <a:ext cx="3962400" cy="42862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257300"/>
            <a:ext cx="2514600" cy="1406128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57300"/>
            <a:ext cx="4700016" cy="26289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2664279"/>
            <a:ext cx="2209800" cy="1221921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1" y="1257300"/>
            <a:ext cx="4696967" cy="26289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257300"/>
            <a:ext cx="2514600" cy="1406979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2664279"/>
            <a:ext cx="2209800" cy="1221921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4" y="0"/>
            <a:ext cx="320307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342900"/>
            <a:ext cx="2819400" cy="4286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42901"/>
            <a:ext cx="3657600" cy="4286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4800600"/>
            <a:ext cx="533400" cy="114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2" y="4819651"/>
            <a:ext cx="2819399" cy="95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8D15176-2D3B-4E6C-B442-11692E19D3C4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4" y="4722186"/>
            <a:ext cx="2820987" cy="114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sz="1600" dirty="0" smtClean="0">
                <a:latin typeface="Bahnschrift Light SemiCondensed" pitchFamily="34" charset="0"/>
              </a:rPr>
              <a:t>ИС-34</a:t>
            </a:r>
          </a:p>
          <a:p>
            <a:pPr algn="r"/>
            <a:r>
              <a:rPr lang="ru-RU" sz="1600" dirty="0" smtClean="0">
                <a:latin typeface="Bahnschrift Light SemiCondensed" pitchFamily="34" charset="0"/>
              </a:rPr>
              <a:t>Богданов Н.Н.</a:t>
            </a:r>
          </a:p>
          <a:p>
            <a:pPr algn="r"/>
            <a:r>
              <a:rPr lang="ru-RU" sz="1600" dirty="0" smtClean="0">
                <a:latin typeface="Bahnschrift Light SemiCondensed" pitchFamily="34" charset="0"/>
              </a:rPr>
              <a:t>Новоселов А.А.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1085850"/>
            <a:ext cx="4925144" cy="1600200"/>
          </a:xfrm>
        </p:spPr>
        <p:txBody>
          <a:bodyPr>
            <a:noAutofit/>
          </a:bodyPr>
          <a:lstStyle/>
          <a:p>
            <a:r>
              <a:rPr lang="ru-RU" sz="4200" dirty="0" smtClean="0">
                <a:latin typeface="Bahnschrift Condensed" pitchFamily="34" charset="0"/>
              </a:rPr>
              <a:t>Сравнительный анализ офисных пакетов</a:t>
            </a:r>
            <a:endParaRPr lang="ru-RU" sz="4200" dirty="0">
              <a:latin typeface="Bahnschrift 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18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771550"/>
            <a:ext cx="3960440" cy="3281536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Bahnschrift Light SemiCondensed" pitchFamily="34" charset="0"/>
              </a:rPr>
              <a:t>С</a:t>
            </a:r>
            <a:r>
              <a:rPr lang="ru-RU" dirty="0" smtClean="0">
                <a:latin typeface="Bahnschrift Light SemiCondensed" pitchFamily="34" charset="0"/>
              </a:rPr>
              <a:t>равнить современные офисные пакеты по объективным техническим, функциональным и экономическим критериям, найти и систематизировать информацию из открытых источников и представить результаты сравнения в виде стильной презентации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3528" y="342900"/>
            <a:ext cx="2819400" cy="78869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Bahnschrift Condensed" pitchFamily="34" charset="0"/>
              </a:rPr>
              <a:t>Цель работы</a:t>
            </a:r>
            <a:endParaRPr lang="ru-RU" sz="3200" dirty="0">
              <a:latin typeface="Bahnschrift Condensed" pitchFamily="34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923678"/>
            <a:ext cx="3650573" cy="18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55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494356"/>
      </p:ext>
    </p:extLst>
  </p:cSld>
  <p:clrMapOvr>
    <a:masterClrMapping/>
  </p:clrMapOvr>
</p:sld>
</file>

<file path=ppt/theme/theme1.xml><?xml version="1.0" encoding="utf-8"?>
<a:theme xmlns:a="http://schemas.openxmlformats.org/drawingml/2006/main" name="Составная">
  <a:themeElements>
    <a:clrScheme name="Составная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Состав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тав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43</TotalTime>
  <Words>41</Words>
  <Application>Microsoft Office PowerPoint</Application>
  <PresentationFormat>Экран (16:9)</PresentationFormat>
  <Paragraphs>6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Составная</vt:lpstr>
      <vt:lpstr>Сравнительный анализ офисных пакетов</vt:lpstr>
      <vt:lpstr>Цель работы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офисных пакетов</dc:title>
  <dc:creator>as7</dc:creator>
  <cp:lastModifiedBy>as7</cp:lastModifiedBy>
  <cp:revision>4</cp:revision>
  <dcterms:created xsi:type="dcterms:W3CDTF">2026-09-18T11:25:01Z</dcterms:created>
  <dcterms:modified xsi:type="dcterms:W3CDTF">2026-09-18T12:08:48Z</dcterms:modified>
</cp:coreProperties>
</file>